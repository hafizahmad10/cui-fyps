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440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517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AASAAN KISAAN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8DDD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Agricultural Mobile Application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1389888"/>
            <a:ext cx="8412480" cy="0"/>
          </a:xfrm>
          <a:prstGeom prst="line">
            <a:avLst/>
          </a:prstGeom>
          <a:noFill/>
          <a:ln w="12700">
            <a:solidFill>
              <a:srgbClr val="4A8A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365760" y="14813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C4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847086"/>
            <a:ext cx="8412480" cy="34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Abdul Qadir                   FA22-BCS-263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Muhammad Tariq         FA22-BCS-267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127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Syed Anwaar Mehdi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760" y="37719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41376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Aasaan Kisaan?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E8F0EB"/>
          </a:solidFill>
          <a:ln w="12700">
            <a:solidFill>
              <a:srgbClr val="1F4D3A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58191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 Recommendation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304288" y="141732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E8F0EB"/>
          </a:solidFill>
          <a:ln w="12700">
            <a:solidFill>
              <a:srgbClr val="1F4D3A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1554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52928" y="158191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Disease Detection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34256" y="141732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E8F0EB"/>
          </a:solidFill>
          <a:ln w="12700">
            <a:solidFill>
              <a:srgbClr val="1F4D3A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15544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82896" y="158191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364224" y="141732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E8F0EB"/>
          </a:solidFill>
          <a:ln w="12700">
            <a:solidFill>
              <a:srgbClr val="1F4D3A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15544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12864" y="158191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Expert Consultation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274320" y="2386584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E8F0EB"/>
          </a:solidFill>
          <a:ln w="12700">
            <a:solidFill>
              <a:srgbClr val="1F4D3A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2523744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" y="25511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Community Forum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2304288" y="2386584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E8F0EB"/>
          </a:solidFill>
          <a:ln w="12700">
            <a:solidFill>
              <a:srgbClr val="1F4D3A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4016" y="2523744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852928" y="255117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Chatbot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4334256" y="2386584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E8F0EB"/>
          </a:solidFill>
          <a:ln w="12700">
            <a:solidFill>
              <a:srgbClr val="1F4D3A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984" y="2523744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882896" y="255117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Advisory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274320" y="4114800"/>
            <a:ext cx="8595360" cy="530352"/>
          </a:xfrm>
          <a:prstGeom prst="roundRect">
            <a:avLst>
              <a:gd name="adj" fmla="val 10345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0"/>
          <p:cNvSpPr/>
          <p:nvPr/>
        </p:nvSpPr>
        <p:spPr>
          <a:xfrm>
            <a:off x="274320" y="411480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Technologies:  Flutter  ·  Firebase  ·  TensorFlow Lite  ·  Gemini API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40080" y="1133856"/>
            <a:ext cx="310896" cy="31089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1133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107899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Lack of scientific crop planning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40080" y="1847088"/>
            <a:ext cx="310896" cy="31089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40080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179222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Delayed disease identification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310896" cy="31089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" y="25054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Dependence on middlemen for market access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4553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40080" y="3273552"/>
            <a:ext cx="310896" cy="31089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4008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" y="321868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access to agricultural experts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5876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40080" y="3986784"/>
            <a:ext cx="310896" cy="31089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40080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" y="39319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information sharing among farmers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 — Aasaan Kisaan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424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0584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crop recommendations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91440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424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00584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disease diagnosis via image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4320" y="166420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79222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175564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Expert consultation system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0" y="166420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1792224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12080" y="175564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marketplace for farmers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274320" y="241401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2542032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250545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Community knowledge sharing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572000" y="241401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2542032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12080" y="250545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Weather-based farming advice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182880" y="3749040"/>
            <a:ext cx="8595360" cy="530352"/>
          </a:xfrm>
          <a:prstGeom prst="roundRect">
            <a:avLst>
              <a:gd name="adj" fmla="val 10345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17"/>
          <p:cNvSpPr/>
          <p:nvPr/>
        </p:nvSpPr>
        <p:spPr>
          <a:xfrm>
            <a:off x="199644" y="37490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integrated platform for modern, data-driven agriculture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7315200" cy="841248"/>
          </a:xfrm>
          <a:prstGeom prst="roundRect">
            <a:avLst>
              <a:gd name="adj" fmla="val 8696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1188720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42646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DD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 Mobile Application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0" cy="201168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224528" y="20665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194560"/>
            <a:ext cx="7315200" cy="841248"/>
          </a:xfrm>
          <a:prstGeom prst="roundRect">
            <a:avLst>
              <a:gd name="adj" fmla="val 8696"/>
            </a:avLst>
          </a:prstGeom>
          <a:solidFill>
            <a:srgbClr val="2E6B55"/>
          </a:solidFill>
          <a:ln w="12700">
            <a:solidFill>
              <a:srgbClr val="2E6B55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1188720" y="224942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Logic 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6151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DD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Services &amp; APIs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3108960"/>
            <a:ext cx="0" cy="201168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224528" y="32552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383280"/>
            <a:ext cx="7315200" cy="841248"/>
          </a:xfrm>
          <a:prstGeom prst="roundRect">
            <a:avLst>
              <a:gd name="adj" fmla="val 8696"/>
            </a:avLst>
          </a:prstGeom>
          <a:solidFill>
            <a:srgbClr val="3D8C6E"/>
          </a:solidFill>
          <a:ln w="12700">
            <a:solidFill>
              <a:srgbClr val="3D8C6E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1188720" y="343814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&amp; AI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039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DD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Firebase  +  Machine Learning Models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96315"/>
            <a:ext cx="2011680" cy="13190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002792" y="1124712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" y="1183005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75336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 Recommendation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00482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AI-driven crop suggestions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77440" y="987552"/>
            <a:ext cx="2011680" cy="1341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235452" y="1093470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268" y="112547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175336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Disease Detection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462784" y="19964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CNN image-based diagnosis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80560" y="987552"/>
            <a:ext cx="2011680" cy="13830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5257800" y="1115568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044" y="113461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49140" y="172440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Chatbot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49140" y="200177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Gemini-powered assistant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583680" y="1003554"/>
            <a:ext cx="2011680" cy="13830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7269480" y="1133856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1186053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75120" y="175336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675120" y="199567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Buy/sell farm produce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274320" y="2937510"/>
            <a:ext cx="2011680" cy="130302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1"/>
          <p:cNvSpPr/>
          <p:nvPr/>
        </p:nvSpPr>
        <p:spPr>
          <a:xfrm>
            <a:off x="1016508" y="3198876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656" y="3205734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11480" y="372846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Expert Appointments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65760" y="3967353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 agri-expert sessions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377440" y="2937510"/>
            <a:ext cx="2011680" cy="128397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25"/>
          <p:cNvSpPr/>
          <p:nvPr/>
        </p:nvSpPr>
        <p:spPr>
          <a:xfrm>
            <a:off x="3177540" y="3164586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5452" y="3179826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468880" y="37627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Community Forum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2468880" y="396621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Peer knowledge sharing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503420" y="2937510"/>
            <a:ext cx="2011680" cy="1277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29"/>
          <p:cNvSpPr/>
          <p:nvPr/>
        </p:nvSpPr>
        <p:spPr>
          <a:xfrm>
            <a:off x="5222748" y="3111246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6944" y="3102483"/>
            <a:ext cx="329184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503420" y="375742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Advisory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4549140" y="39639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Location-based forecasts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583680" y="2937510"/>
            <a:ext cx="2011680" cy="1277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2" name="Shape 33"/>
          <p:cNvSpPr/>
          <p:nvPr/>
        </p:nvSpPr>
        <p:spPr>
          <a:xfrm>
            <a:off x="7278624" y="3138678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4344" y="3152394"/>
            <a:ext cx="329184" cy="32918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606540" y="37475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Expense Tracking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6629400" y="396316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 cost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Crop Recommendation Module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pH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Nitrogen (N)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Phosphorus (P)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65760" y="30632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Potassium (K)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 / Season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➜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6052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1719072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160520" y="1719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Neural Network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0520" y="2432304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160520" y="24323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LightGBM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➜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0372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1719072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2E6B55"/>
          </a:solidFill>
          <a:ln w="12700">
            <a:solidFill>
              <a:srgbClr val="2E6B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903720" y="17190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Crop Suggestions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2432304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2E6B55"/>
          </a:solidFill>
          <a:ln w="12700">
            <a:solidFill>
              <a:srgbClr val="2E6B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903720" y="24323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 Score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Disease Detection Module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530352"/>
          </a:xfrm>
          <a:prstGeom prst="roundRect">
            <a:avLst>
              <a:gd name="adj" fmla="val 12069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Model: MobileNetV2 CNN (TensorFlow Lite, on-device inference)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</a:t>
            </a: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 leaf image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</a:t>
            </a: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preprocessing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</a:t>
            </a: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inference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9584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502920" y="352958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 </a:t>
            </a: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Disease identification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02920" y="40416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 </a:t>
            </a: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Treatment recommendation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13020" y="1645920"/>
            <a:ext cx="34823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345436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21" name="Text 19"/>
          <p:cNvSpPr/>
          <p:nvPr/>
        </p:nvSpPr>
        <p:spPr>
          <a:xfrm>
            <a:off x="4838700" y="2473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4853940" y="30540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DDD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Diseases Detected</a:t>
            </a:r>
            <a:endParaRPr lang="en-US" sz="1400" b="1" dirty="0"/>
          </a:p>
        </p:txBody>
      </p:sp>
      <p:sp>
        <p:nvSpPr>
          <p:cNvPr id="23" name="Shape 21"/>
          <p:cNvSpPr/>
          <p:nvPr/>
        </p:nvSpPr>
        <p:spPr>
          <a:xfrm>
            <a:off x="6926580" y="2345436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941820" y="241401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4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6926580" y="31272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DDD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 Types Supported</a:t>
            </a:r>
            <a:endParaRPr lang="en-US" sz="1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Authentication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 Recommendation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Disease Detection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Marketplace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Community Forum</a:t>
            </a:r>
            <a:endParaRPr lang="en-US" sz="14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Expert Booking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754880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36192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40680" y="1536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23113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2231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92608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2102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6210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Compatibility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Design — Firebase Firestore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0" y="2151126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474720" y="212826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Firestore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82880" y="9601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" y="13350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uid, name, role, location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91440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3474720" y="9601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13350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farmId, userId, soil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766560" y="9601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13350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predId, farmId, result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29184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182880" y="3337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Appointments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" y="37124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apptId, userId, expertId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29184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3474720" y="3337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37124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listingId, userId, price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329184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766560" y="3337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Community Posts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37124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postId, userId, content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Methodology — Agile Process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56816" y="2331720"/>
            <a:ext cx="338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40280" y="18288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E6B55"/>
          </a:solidFill>
          <a:ln w="12700">
            <a:solidFill>
              <a:srgbClr val="1F4D3A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224028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40280" y="23957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48456" y="2331720"/>
            <a:ext cx="338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31920" y="18288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93192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31920" y="23957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0096" y="2331720"/>
            <a:ext cx="338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23560" y="18288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E6B55"/>
          </a:solidFill>
          <a:ln w="12700">
            <a:solidFill>
              <a:srgbClr val="1F4D3A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62356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23560" y="23957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31736" y="2331720"/>
            <a:ext cx="338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18288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731520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23957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474720"/>
            <a:ext cx="8046720" cy="475488"/>
          </a:xfrm>
          <a:prstGeom prst="roundRect">
            <a:avLst>
              <a:gd name="adj" fmla="val 13462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548640" y="34747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Iterative 2-week sprints with continuous integration and stakeholder feedback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Performance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981622"/>
              </p:ext>
            </p:extLst>
          </p:nvPr>
        </p:nvGraphicFramePr>
        <p:xfrm>
          <a:off x="365760" y="960120"/>
          <a:ext cx="5303520" cy="3550919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2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Module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Response Time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2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Crop Recommendation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2.1 sec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 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2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Disease Detection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3.4 sec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 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2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Community Update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 sec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 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1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Chatbot Response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2.8 sec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 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960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Status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417320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Unit Testing  Passed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2075688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5943600" y="20756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Functional Testing  Passed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2734056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5943600" y="273405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Integration Testing  Passed</a:t>
            </a:r>
            <a:endParaRPr lang="en-US" sz="1200" dirty="0"/>
          </a:p>
        </p:txBody>
      </p:sp>
      <p:sp>
        <p:nvSpPr>
          <p:cNvPr id="6" name="Shape 11"/>
          <p:cNvSpPr/>
          <p:nvPr/>
        </p:nvSpPr>
        <p:spPr>
          <a:xfrm>
            <a:off x="5943600" y="3392424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5943600" y="339242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Security Testing  Passed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10896" cy="31089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01498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IoT Sensor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101498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soil and environment monitoring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310896" cy="31089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4864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174650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Voice-Based Interaction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1746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Multilingual voice commands for farmers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310896" cy="31089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4864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4780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Supply Chain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247802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Farm-to-consumer traceability system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310896" cy="31089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54864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20954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Satellite Analytics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32095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Remote sensing for crop health mapping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39410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AI Models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023360" y="39410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Transformer-based precision agriculture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COMSATS University Islamabad, Sahiwal Campus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155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698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agricultural assistance platform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70078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17830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 recommendation and disease detection integrated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65760" y="241401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4203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49631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Marketplace and expert consultation available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65760" y="312724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55264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20954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community support for farmers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365760" y="384048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E8F0EB"/>
          </a:solidFill>
          <a:ln w="12700">
            <a:solidFill>
              <a:srgbClr val="C0D4C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68496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392277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 tested and evaluated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365760" y="4572000"/>
            <a:ext cx="8412480" cy="219456"/>
          </a:xfrm>
          <a:prstGeom prst="roundRect">
            <a:avLst>
              <a:gd name="adj" fmla="val 16667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5029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276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A0C4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3600" b="1" dirty="0"/>
          </a:p>
        </p:txBody>
      </p:sp>
      <p:sp>
        <p:nvSpPr>
          <p:cNvPr id="5" name="Shape 2"/>
          <p:cNvSpPr/>
          <p:nvPr/>
        </p:nvSpPr>
        <p:spPr>
          <a:xfrm>
            <a:off x="2286000" y="4381500"/>
            <a:ext cx="4572000" cy="0"/>
          </a:xfrm>
          <a:prstGeom prst="line">
            <a:avLst/>
          </a:prstGeom>
          <a:noFill/>
          <a:ln w="12700">
            <a:solidFill>
              <a:srgbClr val="4A8A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576</Words>
  <Application>Microsoft Office PowerPoint</Application>
  <PresentationFormat>On-screen Show (16:9)</PresentationFormat>
  <Paragraphs>208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Aasaan Kisaan</dc:title>
  <dc:subject>PptxGenJS Presentation</dc:subject>
  <dc:creator>PptxGenJS</dc:creator>
  <cp:lastModifiedBy>Muhammad Tariq Fida Hussain</cp:lastModifiedBy>
  <cp:revision>7</cp:revision>
  <dcterms:created xsi:type="dcterms:W3CDTF">2026-06-18T14:03:09Z</dcterms:created>
  <dcterms:modified xsi:type="dcterms:W3CDTF">2026-06-19T04:02:25Z</dcterms:modified>
</cp:coreProperties>
</file>